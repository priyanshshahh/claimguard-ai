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ClaimGuard-AI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AE6FD"/>
                </a:solidFill>
              </a:defRPr>
            </a:pPr>
            <a:r>
              <a:t>Stop insurance denials before the claim leaves the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Priyansh Shah  ·  AIxBio Hackathon @ Bayer Co.Lab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Healthcare revenue is leaking at the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</a:defRPr>
            </a:pPr>
            <a:r>
              <a:t>5–10%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Net revenue lost to denials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47472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</a:defRPr>
            </a:pPr>
            <a:r>
              <a:t>$25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Cost to rework each denied claim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47472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</a:defRPr>
            </a:pPr>
            <a:r>
              <a:t>42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Average delay from slow payers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Billers review claims in the order they arrive — not by financial impact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Rule-based scrubbers check codes and fields, but never read the physician's note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 missing sentence in a clinical note can trigger a $187,000 oncology denial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By the time a denial letter arrives, the revenue is already gone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Three layers of intelligence, one pre-submission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972800" cy="1417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01 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Agentic AI parses physician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8745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Flags documentation gaps, CPT/ICD mismatches, missing time for E/M codes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0972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02 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ML predicts denial probability Pᵢ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4747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XGBoost model trained on payer + clinical feature 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10972800" cy="1417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03  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Financial optimizer ranks the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0749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Expected Loss ELᵢ = Claim Value × Pᵢ  →  auditors fix highest-impact claims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From physician note to prioritized worklist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011680" cy="14630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Physician Note</a:t>
            </a:r>
            <a:br/>
            <a:r>
              <a:t>+ CPT / ICD-10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286000"/>
            <a:ext cx="2011680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Groq AI Agent</a:t>
            </a:r>
            <a:br/>
            <a:r>
              <a:t>Strict JSON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286000"/>
            <a:ext cx="2011680" cy="14630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XGBoost</a:t>
            </a:r>
            <a:br/>
            <a:r>
              <a:t>Denial probability Pᵢ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59" y="2286000"/>
            <a:ext cx="2011680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799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DuckDB + Knapsack</a:t>
            </a:r>
            <a:br/>
            <a:r>
              <a:t>Sort by Expected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39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286000"/>
            <a:ext cx="2011680" cy="14630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468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Auditor</a:t>
            </a:r>
            <a:br/>
            <a:r>
              <a:t>Fixes &amp; submits clean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Agent enforces CO-11, CO-16, CO-50, CO-97 denial rules against the clinical narrative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Auditors see the original note, AI reasoning, and a ready-to-paste correction side by side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Treasury Mode re-ranks by cash-flow urgency — slow payers (BCBS 42d) jump the 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Watch a denial get prevented</a:t>
            </a:r>
            <a:br/>
            <a:r>
              <a:t>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BAE6FD"/>
                </a:solidFill>
              </a:defRPr>
            </a:pPr>
            <a:r>
              <a:t>1.  Dashboard  →  Load Pitch Demo</a:t>
            </a:r>
          </a:p>
          <a:p>
            <a:pPr>
              <a:spcAft>
                <a:spcPts val="1600"/>
              </a:spcAft>
              <a:defRPr sz="2200">
                <a:solidFill>
                  <a:srgbClr val="BAE6FD"/>
                </a:solidFill>
              </a:defRPr>
            </a:pPr>
            <a:r>
              <a:t>2.  Agent Studio  →  Run analysis on the 99214 note (missing time)</a:t>
            </a:r>
          </a:p>
          <a:p>
            <a:pPr>
              <a:spcAft>
                <a:spcPts val="1600"/>
              </a:spcAft>
              <a:defRPr sz="2200">
                <a:solidFill>
                  <a:srgbClr val="BAE6FD"/>
                </a:solidFill>
              </a:defRPr>
            </a:pPr>
            <a:r>
              <a:t>3.  Add one sentence  →  Re-run  →  denial flags disappear</a:t>
            </a:r>
          </a:p>
          <a:p>
            <a:pPr>
              <a:spcAft>
                <a:spcPts val="1600"/>
              </a:spcAft>
              <a:defRPr sz="2200">
                <a:solidFill>
                  <a:srgbClr val="BAE6FD"/>
                </a:solidFill>
              </a:defRPr>
            </a:pPr>
            <a:r>
              <a:t>4.  Claims Queue  →  Show how high-value claims float to the 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→  Switch to browser: http://localhost:3000/dashboard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Four views built for every stakeholder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5029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Pipeline liquidity, revenue at risk, one-click demo 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554480"/>
            <a:ext cx="54864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554480"/>
            <a:ext cx="5486400" cy="5029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627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Claims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22402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Knapsack-prioritized worklist with agentic flags per 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4864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486400" cy="5029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05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Live note analysis — watch risk score update as you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931920"/>
            <a:ext cx="54864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931920"/>
            <a:ext cx="5486400" cy="50292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4005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6177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Denial code breakdown, payer trends, PDF/CSV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What a 200-bed health system recovers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Annual denial prevention (est.)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47472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</a:defRPr>
            </a:pPr>
            <a:r>
              <a:t>+19%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Cash collections (Treasury mode)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47472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</a:defRPr>
            </a:pPr>
            <a:r>
              <a:t>8/day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Claims an auditor can actually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Pre-submission prevention eliminates the $25 rework cost per denial entirely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Bounded knapsack ensures staff capacity goes to highest Expected Loss claims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Agent generates ready-to-paste clinical corrections — not just error codes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Policy check and auto-appeals built in for the claims that still slip 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SaaS + performance — aligned with customer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0352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3A6E"/>
                </a:solidFill>
              </a:defRPr>
            </a:pPr>
            <a:r>
              <a:t>Tier 1 — Platform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$0.15 – $0.40 per claim monitored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Scales with claim volume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Includes agent, ML scoring,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303520" cy="43891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3A6E"/>
                </a:solidFill>
              </a:defRPr>
            </a:pPr>
            <a:r>
              <a:t>Tier 2 — Performance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5–10% of net cash flow unlocked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Measured in first 90-day pilot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t>Aligns our success with theirs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t>Target customer: 200-bed regional health system  ·  $50M–$500M net patient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Where We Are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AE6FD"/>
                </a:solidFill>
              </a:defRPr>
            </a:pPr>
            <a:r>
              <a:t>Working product, ready for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✓  Full-stack MVP deployed locally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✓  Groq agent with strict JSON schema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✓  XGBoost denial probability engine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✓  DuckDB analytics + knapsack optimizer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✓  6 realistic demo claims (UHC, Aetna, Medicare, BCBS, Medicaid)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✓  Policy check + auto-appeals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554480"/>
            <a:ext cx="5029200" cy="457200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</a:defRPr>
            </a:pPr>
            <a:r>
              <a:t>Next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Design partner health system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Pilot on top 5 denial CPT codes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Measure $ recovered vs. control group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Deploy to Vercel + Render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One design partner.</a:t>
            </a:r>
            <a:br/>
            <a:r>
              <a:t>One 90-day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BAE6FD"/>
                </a:solidFill>
              </a:defRPr>
            </a:pPr>
            <a:r>
              <a:t>Intro to a revenue cycle director at a regional health system</a:t>
            </a:r>
          </a:p>
          <a:p>
            <a:pPr>
              <a:spcAft>
                <a:spcPts val="1400"/>
              </a:spcAft>
              <a:defRPr sz="2200">
                <a:solidFill>
                  <a:srgbClr val="BAE6FD"/>
                </a:solidFill>
              </a:defRPr>
            </a:pPr>
            <a:r>
              <a:t>Seed funding to deploy, hire 1 ML engineer, run the pilot</a:t>
            </a:r>
          </a:p>
          <a:p>
            <a:pPr>
              <a:spcAft>
                <a:spcPts val="1400"/>
              </a:spcAft>
              <a:defRPr sz="2200">
                <a:solidFill>
                  <a:srgbClr val="BAE6FD"/>
                </a:solidFill>
              </a:defRPr>
            </a:pPr>
            <a:r>
              <a:t>We will run your highest-denial CPT codes live —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priyansh.shah@stonybrook.edu  ·  ClaimGuard-AI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