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0A4D8C"/>
                </a:solidFill>
              </a:defRPr>
            </a:pPr>
            <a:r>
              <a:t>ClaimGuard-AI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0D9488"/>
                </a:solidFill>
              </a:defRPr>
            </a:pPr>
            <a:r>
              <a:t>Agentic AI Financial Risk Engine for Healthcare Revenue Cycle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Prevents insurance denials before submission</a:t>
            </a:r>
          </a:p>
          <a:p>
            <a:pPr>
              <a:defRPr sz="1800">
                <a:solidFill>
                  <a:srgbClr val="64748B"/>
                </a:solidFill>
              </a:defRPr>
            </a:pPr>
            <a:r>
              <a:t>AIxBio Hackathon @ Bayer Co.Lab —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A4D8C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Healthcare systems lose 5–10% of net revenue to preventable claim denials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Each denied claim costs ~$25 to rework + 30–60 days of trapped cash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Legacy scrubbers miss unstructured clinical documentation gaps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Staff are overwhelmed — every minor flag gets equal priority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A4D8C"/>
                </a:solidFill>
              </a:defRPr>
            </a:pPr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Agentic LLM reads physician notes and flags medical necessity mismatches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XGBoost predicts denial probability (Pᵢ) from extracted clinical features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Bounded knapsack sorts queue by Expected Financial Loss: ELᵢ = Vᵢ × Pᵢ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Pre-submission prevention — not post-denial appeals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A4D8C"/>
                </a:solidFill>
              </a:defRPr>
            </a:pPr>
            <a:r>
              <a:t>Live Demo Flow (3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1. Dashboard → Load Pitch Demo (6 realistic health system claims)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2. Claims Queue → Treasury Mode toggle (cash-flow optimization)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3. Agent Studio → Paste 99214 note, watch Pᵢ spike, add time doc, watch it drop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4. Reports → Export executive PDF with denial code breakdown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A4D8C"/>
                </a:solidFill>
              </a:defRPr>
            </a:pPr>
            <a:r>
              <a:t>Competitive Moat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vs Experian Health: We read unstructured clinical narratives, not just metadata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vs CombineHealth: Knapsack EL sorting — staff work highest-value claims first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vs Athenahealth: EHR-agnostic modular layer with deep CPT/ICD semantic analysis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vs RapidClaims/Aegis: Pre-submission prevention eliminates $25 rework entirely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A4D8C"/>
                </a:solidFill>
              </a:defRPr>
            </a:pPr>
            <a:r>
              <a:t>Why Now?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Groq + strict JSON schema APIs enable real-time clinical parsing at scale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Open-source LLMs make agentic extraction cost-effective for mid-size systems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Denial rates rising as payers tighten medical necessity rules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RCM labor shortage demands AI co-pilots, not more manual scrubbers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A4D8C"/>
                </a:solidFill>
              </a:defRPr>
            </a:pPr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Tiered SaaS: priced on monitored claim volume ($/claim/month)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Performance fee: % of net cash flow unlocked in first 90 days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Target: 200-bed regional health systems ($50M–$500M net patient revenue)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Land with pre-submission module → expand to appeals + policy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200">
                <a:solidFill>
                  <a:srgbClr val="0A4D8C"/>
                </a:solidFill>
              </a:defRPr>
            </a:pPr>
            <a:r>
              <a:t>Traction &amp;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Working MVP: FastAPI + Next.js + Groq + XGBoost + DuckDB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Demo: 6 realistic claims from major payers (UHC, Aetna, Medicare, BCBS)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Pilot target: 1 regional health system, 90-day ROI measurement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Ask: Seed funding + design partner health system introduction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