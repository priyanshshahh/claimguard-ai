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AE6FD"/>
                </a:solidFill>
              </a:defRPr>
            </a:pPr>
            <a:r>
              <a:t>AIxBio Hackathon · Bayer Co.Lab ·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ClaimGuard-AI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The Problem: Hospitals lose 5–10% of net revenue to preventable claim denials.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AE6FD"/>
                </a:solidFill>
              </a:defRPr>
            </a:pPr>
            <a:r>
              <a:t>Each denied claim costs ~$25 to rework</a:t>
            </a:r>
          </a:p>
          <a:p>
            <a:pPr>
              <a:spcAft>
                <a:spcPts val="1200"/>
              </a:spcAft>
              <a:defRPr sz="2000">
                <a:solidFill>
                  <a:srgbClr val="BAE6FD"/>
                </a:solidFill>
              </a:defRPr>
            </a:pPr>
            <a:r>
              <a:t>Manual auditing cannot scale</a:t>
            </a:r>
          </a:p>
          <a:p>
            <a:pPr>
              <a:spcAft>
                <a:spcPts val="1200"/>
              </a:spcAft>
              <a:defRPr sz="2000">
                <a:solidFill>
                  <a:srgbClr val="BAE6FD"/>
                </a:solidFill>
              </a:defRPr>
            </a:pPr>
            <a:r>
              <a:t>Scrubbers never read the physician's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Priyansh Shah · Stony Brook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ClaimGuard-AI — pre-submission denial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Agentic AI reads unstructured physician notes via Nebius Token Factory (Gemma 3 27B)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Strict JSON extraction: documentation gaps, CPT/ICD mismatches, denial codes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XGBoost predicts denial probability Pᵢ for every claim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Bounded knapsack sorts queue by Expected Financial Loss: ELᵢ = Vᵢ × Pᵢ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Billers fix high-impact claims first — before submission, not after denial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</a:defRPr>
            </a:pPr>
            <a:r>
              <a:t>Full-stack: Next.js frontend · FastAPI backend · DuckDB analytics · Render + Vercel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24-Hour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What we built at the hackathon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47472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DC2626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585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Demo claims analyzed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08760"/>
            <a:ext cx="347472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D9488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585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Product pages shipped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3474720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645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D9488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585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AI pipeline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✓  Multi-page React + FastAPI app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✓  Nebius API integration (strict JSON)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✓  XGBoost denial classifier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✓  DuckDB + knapsack optimizer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✓  Policy check + auto-appeals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✓  Executive dashboard + exports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5303520" cy="320040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</a:defRPr>
            </a:pPr>
            <a:r>
              <a:t>Live Demo (90 sec)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39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Load 6 hospital claims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99214 note → add time → denial flags clear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</a:defRPr>
            </a:pPr>
            <a:r>
              <a:t>Treasury queue re-ranks by cash urgency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From auditing co-pilot to autonomous clearinghouse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Pilot with a regional health system — measure $ recovered in 90 days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Expand medical necessity rules across all specialties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Supabase persistence + EHR integration (FHIR R4)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Evolve knapsack optimizer into fully autonomous financial clearinghouse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Global Sprint Hackathon (November) — production deployment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</a:defRPr>
            </a:pPr>
            <a:r>
              <a:t>Ask: Design partner health system + Global Sprint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Let's prevent a denial</a:t>
            </a:r>
            <a:br/>
            <a:r>
              <a:t>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A3A6E"/>
                </a:solidFill>
              </a:defRPr>
            </a:pPr>
            <a:r>
              <a:t>localhost:3000/dashboard → Load Pitch Demo → Agent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lang="en-US" dirty="0"/>
              <a:t>Priyanshshah.2727@gmail.com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308</Words>
  <Application>Microsoft Macintosh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PRIYANSH SHAH</cp:lastModifiedBy>
  <cp:revision>2</cp:revision>
  <dcterms:created xsi:type="dcterms:W3CDTF">2013-01-27T09:14:16Z</dcterms:created>
  <dcterms:modified xsi:type="dcterms:W3CDTF">2026-05-28T19:19:43Z</dcterms:modified>
  <cp:category/>
</cp:coreProperties>
</file>